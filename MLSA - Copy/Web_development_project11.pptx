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088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4556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7157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5907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868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40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78942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2105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020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9895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630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177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5A88BB-A5DD-4723-AA0F-B16474C57233}" type="datetimeFigureOut">
              <a:rPr lang="en-IN" smtClean="0"/>
              <a:t>29-10-2024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DF26C31-ABA0-4CE1-9001-F8ABE423DCB6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78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213900-A99B-6189-3C00-3E7924AEDF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Web development project</a:t>
            </a:r>
            <a:endParaRPr lang="en-IN" dirty="0">
              <a:solidFill>
                <a:schemeClr val="accent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0E632F-E5CB-A9E4-DA66-226CBD2116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24490" y="3681421"/>
            <a:ext cx="8637072" cy="977621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chemeClr val="accent3"/>
                </a:solidFill>
                <a:highlight>
                  <a:srgbClr val="00FFFF"/>
                </a:highlight>
              </a:rPr>
              <a:t>Hands on HTML/CSS project for beginners</a:t>
            </a:r>
            <a:endParaRPr lang="en-IN" sz="2400" b="1" dirty="0">
              <a:solidFill>
                <a:schemeClr val="accent3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12293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4A37B-B870-BB52-411D-943938AA88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868362"/>
            <a:ext cx="9001462" cy="2387600"/>
          </a:xfrm>
        </p:spPr>
        <p:txBody>
          <a:bodyPr/>
          <a:lstStyle/>
          <a:p>
            <a:r>
              <a:rPr lang="en-US" dirty="0"/>
              <a:t>About the presentation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A791C1-486E-4D9D-8E7D-16B4B005B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30477" y="3602039"/>
            <a:ext cx="9294878" cy="2051509"/>
          </a:xfrm>
        </p:spPr>
        <p:txBody>
          <a:bodyPr>
            <a:normAutofit/>
          </a:bodyPr>
          <a:lstStyle/>
          <a:p>
            <a:pPr marL="457200" indent="-457200">
              <a:buAutoNum type="arabicPeriod"/>
            </a:pPr>
            <a:r>
              <a:rPr lang="en-US" b="1" dirty="0"/>
              <a:t>Project</a:t>
            </a:r>
            <a:r>
              <a:rPr lang="en-US" dirty="0"/>
              <a:t> - </a:t>
            </a:r>
            <a:r>
              <a:rPr lang="en-US" sz="2000" dirty="0"/>
              <a:t>Portfolio</a:t>
            </a:r>
          </a:p>
          <a:p>
            <a:pPr marL="457200" indent="-457200">
              <a:buAutoNum type="arabicPeriod"/>
            </a:pPr>
            <a:r>
              <a:rPr lang="en-US" b="1" dirty="0"/>
              <a:t>Step by step guide </a:t>
            </a:r>
            <a:r>
              <a:rPr lang="en-US" dirty="0"/>
              <a:t>– </a:t>
            </a:r>
            <a:r>
              <a:rPr lang="en-US" sz="2000" dirty="0"/>
              <a:t>design, structure, styling</a:t>
            </a:r>
            <a:endParaRPr lang="en-US" dirty="0"/>
          </a:p>
          <a:p>
            <a:pPr marL="457200" indent="-457200">
              <a:buAutoNum type="arabicPeriod"/>
            </a:pPr>
            <a:r>
              <a:rPr lang="en-US" b="1" dirty="0"/>
              <a:t>Practical skills </a:t>
            </a:r>
            <a:r>
              <a:rPr lang="en-US" dirty="0"/>
              <a:t>– Learn by doing rea world web development projects</a:t>
            </a:r>
          </a:p>
        </p:txBody>
      </p:sp>
    </p:spTree>
    <p:extLst>
      <p:ext uri="{BB962C8B-B14F-4D97-AF65-F5344CB8AC3E}">
        <p14:creationId xmlns:p14="http://schemas.microsoft.com/office/powerpoint/2010/main" val="170180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77963-3EA7-53AD-94B5-8EC27FF64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3963" y="1130710"/>
            <a:ext cx="10353761" cy="1326321"/>
          </a:xfrm>
        </p:spPr>
        <p:txBody>
          <a:bodyPr/>
          <a:lstStyle/>
          <a:p>
            <a:r>
              <a:rPr lang="en-US" dirty="0"/>
              <a:t>Part 1 : making a portfolio using html and </a:t>
            </a:r>
            <a:r>
              <a:rPr lang="en-US" dirty="0" err="1"/>
              <a:t>css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EA65A-09B1-7077-B4B4-D1693DFC2E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4" y="2784323"/>
            <a:ext cx="10353762" cy="2826016"/>
          </a:xfrm>
        </p:spPr>
        <p:txBody>
          <a:bodyPr/>
          <a:lstStyle/>
          <a:p>
            <a:r>
              <a:rPr lang="en-US" b="1" dirty="0"/>
              <a:t>1. Design:</a:t>
            </a:r>
          </a:p>
          <a:p>
            <a:pPr lvl="1"/>
            <a:r>
              <a:rPr lang="en-US" dirty="0"/>
              <a:t>Sketch layout and plan user interface.</a:t>
            </a:r>
          </a:p>
          <a:p>
            <a:r>
              <a:rPr lang="en-US" b="1" dirty="0"/>
              <a:t>2. HTML structure:</a:t>
            </a:r>
          </a:p>
          <a:p>
            <a:pPr lvl="1"/>
            <a:r>
              <a:rPr lang="en-US" dirty="0"/>
              <a:t>Create navbar and sections.</a:t>
            </a:r>
          </a:p>
          <a:p>
            <a:r>
              <a:rPr lang="en-US" b="1" dirty="0"/>
              <a:t>3. CSS styling:</a:t>
            </a:r>
          </a:p>
          <a:p>
            <a:pPr lvl="1"/>
            <a:r>
              <a:rPr lang="en-US" dirty="0"/>
              <a:t>Add colors and layout.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9633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B27B4-CCCC-D412-034E-54F1F7162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1425678"/>
            <a:ext cx="10353761" cy="1326321"/>
          </a:xfrm>
        </p:spPr>
        <p:txBody>
          <a:bodyPr/>
          <a:lstStyle/>
          <a:p>
            <a:r>
              <a:rPr lang="en-US" dirty="0"/>
              <a:t>Design and layout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C4915-5516-B50A-2EBE-F129E92710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924062"/>
            <a:ext cx="5106004" cy="1746262"/>
          </a:xfrm>
        </p:spPr>
        <p:txBody>
          <a:bodyPr/>
          <a:lstStyle/>
          <a:p>
            <a:pPr algn="ctr"/>
            <a:r>
              <a:rPr lang="en-US" b="1" dirty="0"/>
              <a:t>Grid system</a:t>
            </a:r>
          </a:p>
          <a:p>
            <a:pPr marL="0" indent="0" algn="ctr">
              <a:buNone/>
            </a:pPr>
            <a:r>
              <a:rPr lang="en-IN" dirty="0"/>
              <a:t>Organize contents in a well managed manner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5159F-FAFB-9B40-C97B-CB2695F61A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67132" y="2924062"/>
            <a:ext cx="4700424" cy="1746262"/>
          </a:xfrm>
        </p:spPr>
        <p:txBody>
          <a:bodyPr/>
          <a:lstStyle/>
          <a:p>
            <a:pPr algn="ctr"/>
            <a:r>
              <a:rPr lang="en-US" b="1" dirty="0"/>
              <a:t>Color scheme</a:t>
            </a:r>
          </a:p>
          <a:p>
            <a:pPr marL="0" indent="0" algn="ctr">
              <a:buNone/>
            </a:pPr>
            <a:r>
              <a:rPr lang="en-US" dirty="0"/>
              <a:t>Choose contrasting color for readability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31315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2B2AD-323C-CA65-B6B0-3D5542A3B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929208"/>
            <a:ext cx="10353762" cy="1325563"/>
          </a:xfrm>
        </p:spPr>
        <p:txBody>
          <a:bodyPr/>
          <a:lstStyle/>
          <a:p>
            <a:r>
              <a:rPr lang="en-US" dirty="0"/>
              <a:t>Html structure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8A35B8-83E9-9A1B-9D49-7B1F9A20C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4443" y="3268973"/>
            <a:ext cx="3298956" cy="8233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Container div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95A0F0-33B6-5CAE-E2DF-95E430019B02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24443" y="4099532"/>
            <a:ext cx="3298956" cy="1691668"/>
          </a:xfrm>
        </p:spPr>
        <p:txBody>
          <a:bodyPr/>
          <a:lstStyle/>
          <a:p>
            <a:r>
              <a:rPr lang="en-US" dirty="0"/>
              <a:t>Wrapper for entire display content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F7DEAC-D739-C29C-D4A1-B76E762286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1396" y="3276228"/>
            <a:ext cx="3298558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Navbar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F3A5AF9-F09C-2983-B58B-4A39DC68FE4A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4878" y="4092278"/>
            <a:ext cx="3299821" cy="1698922"/>
          </a:xfrm>
        </p:spPr>
        <p:txBody>
          <a:bodyPr/>
          <a:lstStyle/>
          <a:p>
            <a:r>
              <a:rPr lang="en-US" dirty="0"/>
              <a:t>Contains the links of different sections</a:t>
            </a:r>
            <a:endParaRPr lang="en-IN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6155B8D-ED0C-C9E5-85BF-A57B2DD8910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6346" y="3315041"/>
            <a:ext cx="3291211" cy="76303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Semantic markup</a:t>
            </a:r>
            <a:endParaRPr lang="en-IN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A1B6767-B6F0-A7A1-CC11-470BDAF7BD2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76346" y="4092278"/>
            <a:ext cx="3291211" cy="1698922"/>
          </a:xfrm>
        </p:spPr>
        <p:txBody>
          <a:bodyPr/>
          <a:lstStyle/>
          <a:p>
            <a:r>
              <a:rPr lang="en-US" dirty="0"/>
              <a:t>Use appropriate tags for </a:t>
            </a:r>
            <a:r>
              <a:rPr lang="en-US" dirty="0" err="1"/>
              <a:t>accesibilty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0507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FBAA2-0891-F7BA-1665-A4FA4DBE0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6727" y="1435511"/>
            <a:ext cx="10353761" cy="1326321"/>
          </a:xfrm>
        </p:spPr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styling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0D7AAE-8CEB-38DB-27E3-93419AB4CF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963390"/>
            <a:ext cx="5106004" cy="1490623"/>
          </a:xfrm>
        </p:spPr>
        <p:txBody>
          <a:bodyPr/>
          <a:lstStyle/>
          <a:p>
            <a:pPr algn="ctr"/>
            <a:r>
              <a:rPr lang="en-US" b="1" dirty="0"/>
              <a:t>Colors</a:t>
            </a:r>
          </a:p>
          <a:p>
            <a:pPr marL="0" indent="0" algn="ctr">
              <a:buNone/>
            </a:pPr>
            <a:r>
              <a:rPr lang="en-US" dirty="0"/>
              <a:t>Define color variables for consistency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FCC12-BB43-20FC-261A-C05FC19E40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4051" y="2963390"/>
            <a:ext cx="5094154" cy="1490623"/>
          </a:xfrm>
        </p:spPr>
        <p:txBody>
          <a:bodyPr/>
          <a:lstStyle/>
          <a:p>
            <a:pPr algn="ctr"/>
            <a:r>
              <a:rPr lang="en-US" b="1" dirty="0"/>
              <a:t>Sizing and adjustments</a:t>
            </a:r>
          </a:p>
          <a:p>
            <a:pPr marL="0" indent="0" algn="ctr">
              <a:buNone/>
            </a:pPr>
            <a:r>
              <a:rPr lang="en-US" dirty="0"/>
              <a:t>Use appropriate sizing and orientation of elements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4882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C133-399C-DD00-6EC3-A72E6AE99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29" y="1396178"/>
            <a:ext cx="10353761" cy="1326321"/>
          </a:xfrm>
        </p:spPr>
        <p:txBody>
          <a:bodyPr/>
          <a:lstStyle/>
          <a:p>
            <a:r>
              <a:rPr lang="en-US" dirty="0"/>
              <a:t>Demo and walkthrough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4FEF63-39DC-5704-4CDF-E88883A77D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2594" y="3145286"/>
            <a:ext cx="5106004" cy="1588946"/>
          </a:xfrm>
        </p:spPr>
        <p:txBody>
          <a:bodyPr/>
          <a:lstStyle/>
          <a:p>
            <a:pPr algn="ctr"/>
            <a:r>
              <a:rPr lang="en-US" dirty="0"/>
              <a:t>Demonstrate different parts of the portfolio to the viewer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992195-5B95-3DD1-87F2-C494770455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85252" y="3145286"/>
            <a:ext cx="5094154" cy="1588946"/>
          </a:xfrm>
        </p:spPr>
        <p:txBody>
          <a:bodyPr/>
          <a:lstStyle/>
          <a:p>
            <a:pPr algn="ctr"/>
            <a:r>
              <a:rPr lang="en-US" dirty="0"/>
              <a:t>Walk through the code section while viewing the portfolio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6503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1E2EE-7F70-52A4-464C-DB0BECD583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5707" y="1858963"/>
            <a:ext cx="9001462" cy="1570037"/>
          </a:xfrm>
        </p:spPr>
        <p:txBody>
          <a:bodyPr>
            <a:normAutofit/>
          </a:bodyPr>
          <a:lstStyle/>
          <a:p>
            <a:r>
              <a:rPr lang="en-US" sz="3400" dirty="0"/>
              <a:t>Part 2: making a calculator USING html, </a:t>
            </a:r>
            <a:r>
              <a:rPr lang="en-US" sz="3400" dirty="0" err="1"/>
              <a:t>css</a:t>
            </a:r>
            <a:r>
              <a:rPr lang="en-US" sz="3400" dirty="0"/>
              <a:t> and </a:t>
            </a:r>
            <a:r>
              <a:rPr lang="en-US" sz="3400" dirty="0" err="1"/>
              <a:t>javascript</a:t>
            </a:r>
            <a:endParaRPr lang="en-IN" sz="3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773861-371F-C629-DB75-5D8FF20B5D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570247"/>
            <a:ext cx="9001462" cy="2737802"/>
          </a:xfrm>
        </p:spPr>
        <p:txBody>
          <a:bodyPr>
            <a:normAutofit fontScale="25000" lnSpcReduction="20000"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sz="6400" b="1" dirty="0"/>
              <a:t>Design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5600" dirty="0"/>
              <a:t>Sketch layout and plan user interface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6400" b="1" dirty="0"/>
              <a:t>HTML structure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5600" dirty="0"/>
              <a:t>Create buttons and display area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sz="6400" b="1" dirty="0"/>
              <a:t>CSS styling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sz="5600" dirty="0"/>
              <a:t>Add colors and layout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sz="6400" b="1" dirty="0"/>
              <a:t>Functionality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IN" sz="5600" dirty="0"/>
              <a:t>Implement basic math operations with </a:t>
            </a:r>
            <a:r>
              <a:rPr lang="en-IN" sz="5600" dirty="0" err="1"/>
              <a:t>javascript</a:t>
            </a:r>
            <a:endParaRPr lang="en-IN" sz="5600" dirty="0"/>
          </a:p>
        </p:txBody>
      </p:sp>
    </p:spTree>
    <p:extLst>
      <p:ext uri="{BB962C8B-B14F-4D97-AF65-F5344CB8AC3E}">
        <p14:creationId xmlns:p14="http://schemas.microsoft.com/office/powerpoint/2010/main" val="57571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C9BC0F-B310-D9A4-290D-215AAC288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4444" y="1301377"/>
            <a:ext cx="10353762" cy="1325563"/>
          </a:xfrm>
        </p:spPr>
        <p:txBody>
          <a:bodyPr/>
          <a:lstStyle/>
          <a:p>
            <a:r>
              <a:rPr lang="en-US" dirty="0"/>
              <a:t>Design and layout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8C90D0-DF02-3D78-4725-96CE5DDCCA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1268" y="2760996"/>
            <a:ext cx="3298956" cy="8233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Grid system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3AE5B9-5F1F-E4F4-29A7-7B397256EF59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1268" y="3734584"/>
            <a:ext cx="3298956" cy="2879576"/>
          </a:xfrm>
        </p:spPr>
        <p:txBody>
          <a:bodyPr>
            <a:normAutofit/>
          </a:bodyPr>
          <a:lstStyle/>
          <a:p>
            <a:r>
              <a:rPr lang="en-US" sz="1600" dirty="0"/>
              <a:t>Organize the whole calculator in a single grid</a:t>
            </a:r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2A9D65-9C1C-6DE9-6A69-2CD884B940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0764" y="2741632"/>
            <a:ext cx="3298558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Color scheme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0267454-50E3-EEE7-0D2A-F76B38D987E6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39501" y="3734584"/>
            <a:ext cx="3299821" cy="2879576"/>
          </a:xfrm>
        </p:spPr>
        <p:txBody>
          <a:bodyPr>
            <a:normAutofit/>
          </a:bodyPr>
          <a:lstStyle/>
          <a:p>
            <a:r>
              <a:rPr lang="en-US" sz="1600" dirty="0"/>
              <a:t>Choose contrasting colors for better readability</a:t>
            </a:r>
            <a:endParaRPr lang="en-I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D90913-1151-E630-8F56-6132F13ECA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86995" y="2711764"/>
            <a:ext cx="3291211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Buttons position</a:t>
            </a:r>
            <a:endParaRPr lang="en-IN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23E307-9471-9D73-C3DD-16AADF95E3A6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68599" y="3734584"/>
            <a:ext cx="3291211" cy="2879576"/>
          </a:xfrm>
        </p:spPr>
        <p:txBody>
          <a:bodyPr>
            <a:normAutofit/>
          </a:bodyPr>
          <a:lstStyle/>
          <a:p>
            <a:r>
              <a:rPr lang="en-US" sz="1600" dirty="0"/>
              <a:t>Organize buttons in 4*4 grid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953392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BBBBA-EC0E-6622-504F-68223DC43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1360155"/>
            <a:ext cx="10353762" cy="1325563"/>
          </a:xfrm>
        </p:spPr>
        <p:txBody>
          <a:bodyPr/>
          <a:lstStyle/>
          <a:p>
            <a:r>
              <a:rPr lang="en-US" dirty="0"/>
              <a:t>HTML structure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2FB83-565F-47FA-010B-492EDDC54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4" y="2879575"/>
            <a:ext cx="3298956" cy="8233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Container div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97093-481F-E9DB-331E-778A1A7FD22D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13794" y="3960834"/>
            <a:ext cx="3298956" cy="2879576"/>
          </a:xfrm>
        </p:spPr>
        <p:txBody>
          <a:bodyPr>
            <a:normAutofit/>
          </a:bodyPr>
          <a:lstStyle/>
          <a:p>
            <a:r>
              <a:rPr lang="en-US" sz="1600" dirty="0"/>
              <a:t>Wrapper for entire calculator</a:t>
            </a:r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F77151-D5FF-8F16-E854-E8DBBF4E0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2221" y="2879576"/>
            <a:ext cx="3298558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Display area 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4C36FB9-C440-058F-8B25-0FA322194C86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60070" y="3978424"/>
            <a:ext cx="3299821" cy="2879576"/>
          </a:xfrm>
        </p:spPr>
        <p:txBody>
          <a:bodyPr>
            <a:normAutofit/>
          </a:bodyPr>
          <a:lstStyle/>
          <a:p>
            <a:r>
              <a:rPr lang="en-US" sz="1600" dirty="0"/>
              <a:t>Shows input and results</a:t>
            </a:r>
            <a:endParaRPr lang="en-I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57E0760-618A-721A-DB19-A56D33217E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86994" y="2911624"/>
            <a:ext cx="3291211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Button grid</a:t>
            </a:r>
            <a:endParaRPr lang="en-IN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2DF718F-D4E4-E656-9941-FD5D38EF5119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86995" y="3960834"/>
            <a:ext cx="3291211" cy="2879576"/>
          </a:xfrm>
        </p:spPr>
        <p:txBody>
          <a:bodyPr>
            <a:normAutofit/>
          </a:bodyPr>
          <a:lstStyle/>
          <a:p>
            <a:r>
              <a:rPr lang="en-US" sz="1600" dirty="0"/>
              <a:t>Organized layout for numbers and operation buttons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916815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F3013B-C492-B09B-CCE2-FCB2B01AA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0746" y="1586061"/>
            <a:ext cx="10353762" cy="1325563"/>
          </a:xfrm>
        </p:spPr>
        <p:txBody>
          <a:bodyPr/>
          <a:lstStyle/>
          <a:p>
            <a:r>
              <a:rPr lang="en-US" dirty="0" err="1"/>
              <a:t>Css</a:t>
            </a:r>
            <a:r>
              <a:rPr lang="en-US" dirty="0"/>
              <a:t> styling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F5A181-8E45-CB4C-694B-80A591A1EA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27492" y="2911624"/>
            <a:ext cx="3298956" cy="823305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Colors</a:t>
            </a:r>
            <a:endParaRPr lang="en-IN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7696A2-CB74-34B5-0F8D-4E221FCF36E7}"/>
              </a:ext>
            </a:extLst>
          </p:cNvPr>
          <p:cNvSpPr>
            <a:spLocks noGrp="1"/>
          </p:cNvSpPr>
          <p:nvPr>
            <p:ph type="body" sz="half" idx="15"/>
          </p:nvPr>
        </p:nvSpPr>
        <p:spPr>
          <a:xfrm>
            <a:off x="927492" y="3805704"/>
            <a:ext cx="3298956" cy="2879576"/>
          </a:xfrm>
        </p:spPr>
        <p:txBody>
          <a:bodyPr>
            <a:normAutofit/>
          </a:bodyPr>
          <a:lstStyle/>
          <a:p>
            <a:r>
              <a:rPr lang="en-US" sz="1600" dirty="0"/>
              <a:t>Define color variables for consistency</a:t>
            </a:r>
            <a:endParaRPr lang="en-IN" sz="16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AC1D966-0F1F-2EFD-B773-F464DC7A98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1396" y="2911624"/>
            <a:ext cx="3298558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Grid layout</a:t>
            </a:r>
            <a:endParaRPr lang="en-IN" b="1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68456D7-6335-236E-3BE6-704CAA4EFD5C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443615" y="3805704"/>
            <a:ext cx="3299821" cy="2879576"/>
          </a:xfrm>
        </p:spPr>
        <p:txBody>
          <a:bodyPr>
            <a:normAutofit/>
          </a:bodyPr>
          <a:lstStyle/>
          <a:p>
            <a:r>
              <a:rPr lang="en-US" sz="1600" dirty="0"/>
              <a:t>Use CSS grid for button arrangement</a:t>
            </a:r>
            <a:endParaRPr lang="en-IN" sz="16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55FA299-600B-F282-7A9A-625A428806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73297" y="2911624"/>
            <a:ext cx="3291211" cy="82330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b="1" dirty="0"/>
              <a:t>Transitions </a:t>
            </a:r>
            <a:endParaRPr lang="en-IN" b="1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25B0C22-3DD3-B8A9-CF9E-0658CAD402BE}"/>
              </a:ext>
            </a:extLst>
          </p:cNvPr>
          <p:cNvSpPr>
            <a:spLocks noGrp="1"/>
          </p:cNvSpPr>
          <p:nvPr>
            <p:ph type="body" sz="half" idx="17"/>
          </p:nvPr>
        </p:nvSpPr>
        <p:spPr>
          <a:xfrm>
            <a:off x="7973297" y="3805704"/>
            <a:ext cx="3291211" cy="2879576"/>
          </a:xfrm>
        </p:spPr>
        <p:txBody>
          <a:bodyPr>
            <a:normAutofit/>
          </a:bodyPr>
          <a:lstStyle/>
          <a:p>
            <a:r>
              <a:rPr lang="en-US" sz="1600" dirty="0"/>
              <a:t>Add subtle animations for button animations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9232579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9E481D-C200-7A5A-C20F-B158D7A002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919797"/>
          </a:xfrm>
        </p:spPr>
        <p:txBody>
          <a:bodyPr>
            <a:normAutofit fontScale="90000"/>
          </a:bodyPr>
          <a:lstStyle/>
          <a:p>
            <a:r>
              <a:rPr lang="en-US" dirty="0"/>
              <a:t>functionality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BFABCC-085C-5B04-0453-3B4C34AE15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2265680"/>
            <a:ext cx="9001462" cy="4003040"/>
          </a:xfrm>
        </p:spPr>
        <p:txBody>
          <a:bodyPr>
            <a:norm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Event listeners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b="1" dirty="0"/>
              <a:t>Capture button clicks and keypress event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Math operations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b="1" dirty="0"/>
              <a:t>Implement addition, subtraction, multiplication and division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/>
              <a:t>Display updates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US" b="1" dirty="0"/>
              <a:t>Show inputs and result in real time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1" dirty="0"/>
              <a:t>Error handling</a:t>
            </a:r>
          </a:p>
          <a:p>
            <a:pPr marL="914400" lvl="1" indent="-457200" algn="l">
              <a:buFont typeface="Arial" panose="020B0604020202020204" pitchFamily="34" charset="0"/>
              <a:buChar char="•"/>
            </a:pPr>
            <a:r>
              <a:rPr lang="en-IN" b="1" dirty="0"/>
              <a:t>Manage division by 0 and invalid input</a:t>
            </a:r>
          </a:p>
        </p:txBody>
      </p:sp>
    </p:spTree>
    <p:extLst>
      <p:ext uri="{BB962C8B-B14F-4D97-AF65-F5344CB8AC3E}">
        <p14:creationId xmlns:p14="http://schemas.microsoft.com/office/powerpoint/2010/main" val="1151985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A5B65-2FAD-8EAB-2886-68A112E9BA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774" y="1328339"/>
            <a:ext cx="10353761" cy="1326321"/>
          </a:xfrm>
        </p:spPr>
        <p:txBody>
          <a:bodyPr/>
          <a:lstStyle/>
          <a:p>
            <a:r>
              <a:rPr lang="en-US" dirty="0"/>
              <a:t>Demo and walkthrough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41133-AF60-005A-3B7B-18A896448A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84671" y="3155119"/>
            <a:ext cx="5106004" cy="1874081"/>
          </a:xfrm>
        </p:spPr>
        <p:txBody>
          <a:bodyPr/>
          <a:lstStyle/>
          <a:p>
            <a:pPr algn="ctr"/>
            <a:r>
              <a:rPr lang="en-US" b="1" dirty="0"/>
              <a:t>User interaction</a:t>
            </a:r>
          </a:p>
          <a:p>
            <a:pPr marL="0" indent="0" algn="ctr">
              <a:buNone/>
            </a:pPr>
            <a:r>
              <a:rPr lang="en-US" dirty="0"/>
              <a:t>Demonstrate calculator usage with different operations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8D3BA6-73A7-EF87-727B-3FC9A834C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2" y="3155119"/>
            <a:ext cx="5094154" cy="1721681"/>
          </a:xfrm>
        </p:spPr>
        <p:txBody>
          <a:bodyPr/>
          <a:lstStyle/>
          <a:p>
            <a:pPr algn="ctr"/>
            <a:r>
              <a:rPr lang="en-US" b="1" dirty="0"/>
              <a:t>Code explanation</a:t>
            </a:r>
          </a:p>
          <a:p>
            <a:pPr marL="0" indent="0" algn="ctr">
              <a:buNone/>
            </a:pPr>
            <a:r>
              <a:rPr lang="en-US" dirty="0"/>
              <a:t>Walk through the key code sections during operation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7045132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2AAC9E0ED54B418D27346E21EF49CC" ma:contentTypeVersion="0" ma:contentTypeDescription="Create a new document." ma:contentTypeScope="" ma:versionID="60cfe200ee907a5cbe43ba1df223f0c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ffe50fb563ffcba8fa222549d47eb5c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FCF27D6-CBDE-48C0-9BD8-7E05F0A11B5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BAB951D-D715-42CA-999C-B492F62042BA}">
  <ds:schemaRefs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http://www.w3.org/XML/1998/namespace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DE74BB17-C377-4EAC-9692-6F169855AE5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80</TotalTime>
  <Words>331</Words>
  <Application>Microsoft Office PowerPoint</Application>
  <PresentationFormat>Widescreen</PresentationFormat>
  <Paragraphs>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Gallery</vt:lpstr>
      <vt:lpstr>Web development project</vt:lpstr>
      <vt:lpstr>About the presentation</vt:lpstr>
      <vt:lpstr>Part 1 : making a portfolio using html and css</vt:lpstr>
      <vt:lpstr>Design and layout</vt:lpstr>
      <vt:lpstr>Html structure</vt:lpstr>
      <vt:lpstr>Css styling</vt:lpstr>
      <vt:lpstr>Demo and walkthrough</vt:lpstr>
      <vt:lpstr>Part 2: making a calculator USING html, css and javascript</vt:lpstr>
      <vt:lpstr>Design and layout</vt:lpstr>
      <vt:lpstr>HTML structure </vt:lpstr>
      <vt:lpstr>Css styling</vt:lpstr>
      <vt:lpstr>functionality</vt:lpstr>
      <vt:lpstr>Demo and walkthrough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SETU ARYA</dc:creator>
  <cp:lastModifiedBy>ADITYA GIRI</cp:lastModifiedBy>
  <cp:revision>3</cp:revision>
  <dcterms:created xsi:type="dcterms:W3CDTF">2024-10-28T17:31:20Z</dcterms:created>
  <dcterms:modified xsi:type="dcterms:W3CDTF">2024-10-29T08:31:44Z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0x010100912AAC9E0ED54B418D27346E21EF49CC</vt:lpwstr>
  </property>
</Properties>
</file>